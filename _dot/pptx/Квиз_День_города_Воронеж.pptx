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40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3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25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59.xml" ContentType="application/vnd.openxmlformats-officedocument.presentationml.slide+xml"/>
  <Override PartName="/ppt/slides/slide27.xml" ContentType="application/vnd.openxmlformats-officedocument.presentationml.slide+xml"/>
  <Override PartName="/ppt/slides/slide46.xml" ContentType="application/vnd.openxmlformats-officedocument.presentationml.slide+xml"/>
  <Override PartName="/ppt/slides/slide12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35.xml" ContentType="application/vnd.openxmlformats-officedocument.presentationml.slide+xml"/>
  <Override PartName="/ppt/slides/slide80.xml" ContentType="application/vnd.openxmlformats-officedocument.presentationml.slide+xml"/>
  <Override PartName="/ppt/slides/slide64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87.xml" ContentType="application/vnd.openxmlformats-officedocument.presentationml.slide+xml"/>
  <Override PartName="/ppt/slides/slide85.xml" ContentType="application/vnd.openxmlformats-officedocument.presentationml.slide+xml"/>
  <Override PartName="/ppt/slides/slide72.xml" ContentType="application/vnd.openxmlformats-officedocument.presentationml.slide+xml"/>
  <Override PartName="/ppt/slides/slide75.xml" ContentType="application/vnd.openxmlformats-officedocument.presentationml.slide+xml"/>
  <Override PartName="/ppt/slides/slide49.xml" ContentType="application/vnd.openxmlformats-officedocument.presentationml.slide+xml"/>
  <Override PartName="/ppt/slides/slide29.xml" ContentType="application/vnd.openxmlformats-officedocument.presentationml.slide+xml"/>
  <Override PartName="/ppt/slides/slide61.xml" ContentType="application/vnd.openxmlformats-officedocument.presentationml.slide+xml"/>
  <Override PartName="/ppt/slides/slide79.xml" ContentType="application/vnd.openxmlformats-officedocument.presentationml.slide+xml"/>
  <Override PartName="/ppt/slides/slide78.xml" ContentType="application/vnd.openxmlformats-officedocument.presentationml.slide+xml"/>
  <Override PartName="/ppt/slides/slide14.xml" ContentType="application/vnd.openxmlformats-officedocument.presentationml.slide+xml"/>
  <Override PartName="/ppt/slides/slide73.xml" ContentType="application/vnd.openxmlformats-officedocument.presentationml.slide+xml"/>
  <Override PartName="/ppt/slides/slide77.xml" ContentType="application/vnd.openxmlformats-officedocument.presentationml.slide+xml"/>
  <Override PartName="/ppt/slides/slide60.xml" ContentType="application/vnd.openxmlformats-officedocument.presentationml.slide+xml"/>
  <Override PartName="/ppt/slides/slide21.xml" ContentType="application/vnd.openxmlformats-officedocument.presentationml.slide+xml"/>
  <Override PartName="/ppt/slides/slide68.xml" ContentType="application/vnd.openxmlformats-officedocument.presentationml.slide+xml"/>
  <Override PartName="/ppt/slides/slide86.xml" ContentType="application/vnd.openxmlformats-officedocument.presentationml.slide+xml"/>
  <Override PartName="/ppt/slides/slide71.xml" ContentType="application/vnd.openxmlformats-officedocument.presentationml.slide+xml"/>
  <Override PartName="/ppt/slides/slide65.xml" ContentType="application/vnd.openxmlformats-officedocument.presentationml.slide+xml"/>
  <Override PartName="/ppt/slides/slide22.xml" ContentType="application/vnd.openxmlformats-officedocument.presentationml.slide+xml"/>
  <Override PartName="/ppt/slides/slide74.xml" ContentType="application/vnd.openxmlformats-officedocument.presentationml.slide+xml"/>
  <Override PartName="/ppt/slides/slide66.xml" ContentType="application/vnd.openxmlformats-officedocument.presentationml.slide+xml"/>
  <Override PartName="/ppt/slides/slide2.xml" ContentType="application/vnd.openxmlformats-officedocument.presentationml.slide+xml"/>
  <Override PartName="/ppt/slides/slide76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58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4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7.xml" ContentType="application/vnd.openxmlformats-officedocument.presentationml.slide+xml"/>
  <Override PartName="/ppt/slides/slide34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57.xml" ContentType="application/vnd.openxmlformats-officedocument.presentationml.slide+xml"/>
  <Override PartName="/ppt/slides/slide20.xml" ContentType="application/vnd.openxmlformats-officedocument.presentationml.slide+xml"/>
  <Override PartName="/ppt/slides/slide83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84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25" r:id="rId72"/>
    <p:sldId id="326" r:id="rId73"/>
    <p:sldId id="327" r:id="rId74"/>
    <p:sldId id="328" r:id="rId75"/>
    <p:sldId id="329" r:id="rId76"/>
    <p:sldId id="330" r:id="rId77"/>
    <p:sldId id="331" r:id="rId78"/>
    <p:sldId id="332" r:id="rId79"/>
    <p:sldId id="333" r:id="rId80"/>
    <p:sldId id="334" r:id="rId81"/>
    <p:sldId id="335" r:id="rId82"/>
    <p:sldId id="336" r:id="rId83"/>
    <p:sldId id="337" r:id="rId84"/>
    <p:sldId id="338" r:id="rId85"/>
    <p:sldId id="339" r:id="rId86"/>
    <p:sldId id="340" r:id="rId87"/>
    <p:sldId id="341" r:id="rId88"/>
    <p:sldId id="342" r:id="rId8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73" Type="http://schemas.openxmlformats.org/officeDocument/2006/relationships/slide" Target="slides/slide71.xml"/><Relationship Id="rId74" Type="http://schemas.openxmlformats.org/officeDocument/2006/relationships/slide" Target="slides/slide72.xml"/><Relationship Id="rId75" Type="http://schemas.openxmlformats.org/officeDocument/2006/relationships/slide" Target="slides/slide73.xml"/><Relationship Id="rId76" Type="http://schemas.openxmlformats.org/officeDocument/2006/relationships/slide" Target="slides/slide74.xml"/><Relationship Id="rId77" Type="http://schemas.openxmlformats.org/officeDocument/2006/relationships/slide" Target="slides/slide75.xml"/><Relationship Id="rId78" Type="http://schemas.openxmlformats.org/officeDocument/2006/relationships/slide" Target="slides/slide76.xml"/><Relationship Id="rId79" Type="http://schemas.openxmlformats.org/officeDocument/2006/relationships/slide" Target="slides/slide77.xml"/><Relationship Id="rId80" Type="http://schemas.openxmlformats.org/officeDocument/2006/relationships/slide" Target="slides/slide78.xml"/><Relationship Id="rId81" Type="http://schemas.openxmlformats.org/officeDocument/2006/relationships/slide" Target="slides/slide79.xml"/><Relationship Id="rId82" Type="http://schemas.openxmlformats.org/officeDocument/2006/relationships/slide" Target="slides/slide80.xml"/><Relationship Id="rId83" Type="http://schemas.openxmlformats.org/officeDocument/2006/relationships/slide" Target="slides/slide81.xml"/><Relationship Id="rId84" Type="http://schemas.openxmlformats.org/officeDocument/2006/relationships/slide" Target="slides/slide82.xml"/><Relationship Id="rId85" Type="http://schemas.openxmlformats.org/officeDocument/2006/relationships/slide" Target="slides/slide83.xml"/><Relationship Id="rId86" Type="http://schemas.openxmlformats.org/officeDocument/2006/relationships/slide" Target="slides/slide84.xml"/><Relationship Id="rId87" Type="http://schemas.openxmlformats.org/officeDocument/2006/relationships/slide" Target="slides/slide85.xml"/><Relationship Id="rId88" Type="http://schemas.openxmlformats.org/officeDocument/2006/relationships/slide" Target="slides/slide86.xml"/><Relationship Id="rId89" Type="http://schemas.openxmlformats.org/officeDocument/2006/relationships/slide" Target="slides/slide87.xml"/><Relationship Id="rId9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4D7C85-8057-406B-B87C-1D64DF7AC9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F08F28-9BF3-4120-A512-92CE9D6AC7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2BBC456-D14C-41B4-B02D-71C5EACD476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3.xml"/><Relationship Id="rId3" Type="http://schemas.openxmlformats.org/officeDocument/2006/relationships/slide" Target="slide5.xml"/><Relationship Id="rId4" Type="http://schemas.openxmlformats.org/officeDocument/2006/relationships/slide" Target="slide7.xml"/><Relationship Id="rId5" Type="http://schemas.openxmlformats.org/officeDocument/2006/relationships/slide" Target="slide9.xml"/><Relationship Id="rId6" Type="http://schemas.openxmlformats.org/officeDocument/2006/relationships/slide" Target="slide11.xml"/><Relationship Id="rId7" Type="http://schemas.openxmlformats.org/officeDocument/2006/relationships/slide" Target="slide13.xml"/><Relationship Id="rId8" Type="http://schemas.openxmlformats.org/officeDocument/2006/relationships/slide" Target="slide15.xml"/><Relationship Id="rId9" Type="http://schemas.openxmlformats.org/officeDocument/2006/relationships/slide" Target="slide17.xml"/><Relationship Id="rId10" Type="http://schemas.openxmlformats.org/officeDocument/2006/relationships/slide" Target="slide19.xml"/><Relationship Id="rId11" Type="http://schemas.openxmlformats.org/officeDocument/2006/relationships/slide" Target="slide21.xml"/><Relationship Id="rId12" Type="http://schemas.openxmlformats.org/officeDocument/2006/relationships/slide" Target="slide23.xml"/><Relationship Id="rId13" Type="http://schemas.openxmlformats.org/officeDocument/2006/relationships/slide" Target="slide25.xml"/><Relationship Id="rId14" Type="http://schemas.openxmlformats.org/officeDocument/2006/relationships/slide" Target="slide27.xml"/><Relationship Id="rId15" Type="http://schemas.openxmlformats.org/officeDocument/2006/relationships/slide" Target="slide29.xml"/><Relationship Id="rId16" Type="http://schemas.openxmlformats.org/officeDocument/2006/relationships/slide" Target="slide31.xml"/><Relationship Id="rId17" Type="http://schemas.openxmlformats.org/officeDocument/2006/relationships/slide" Target="slide33.xml"/><Relationship Id="rId18" Type="http://schemas.openxmlformats.org/officeDocument/2006/relationships/slide" Target="slide35.xml"/><Relationship Id="rId19" Type="http://schemas.openxmlformats.org/officeDocument/2006/relationships/slide" Target="slide37.xml"/><Relationship Id="rId20" Type="http://schemas.openxmlformats.org/officeDocument/2006/relationships/slide" Target="slide39.xml"/><Relationship Id="rId21" Type="http://schemas.openxmlformats.org/officeDocument/2006/relationships/slide" Target="slide41.xml"/><Relationship Id="rId22" Type="http://schemas.openxmlformats.org/officeDocument/2006/relationships/slide" Target="slide43.xml"/><Relationship Id="rId23" Type="http://schemas.openxmlformats.org/officeDocument/2006/relationships/slide" Target="slide45.xml"/><Relationship Id="rId24" Type="http://schemas.openxmlformats.org/officeDocument/2006/relationships/slide" Target="slide47.xml"/><Relationship Id="rId25" Type="http://schemas.openxmlformats.org/officeDocument/2006/relationships/slide" Target="slide49.xml"/><Relationship Id="rId26" Type="http://schemas.openxmlformats.org/officeDocument/2006/relationships/slide" Target="slide51.xml"/><Relationship Id="rId27" Type="http://schemas.openxmlformats.org/officeDocument/2006/relationships/slide" Target="slide53.xml"/><Relationship Id="rId28" Type="http://schemas.openxmlformats.org/officeDocument/2006/relationships/slide" Target="slide55.xml"/><Relationship Id="rId29" Type="http://schemas.openxmlformats.org/officeDocument/2006/relationships/slide" Target="slide57.xml"/><Relationship Id="rId30" Type="http://schemas.openxmlformats.org/officeDocument/2006/relationships/slide" Target="slide59.xml"/><Relationship Id="rId31" Type="http://schemas.openxmlformats.org/officeDocument/2006/relationships/slide" Target="slide61.xml"/><Relationship Id="rId32" Type="http://schemas.openxmlformats.org/officeDocument/2006/relationships/slide" Target="slide63.xml"/><Relationship Id="rId33" Type="http://schemas.openxmlformats.org/officeDocument/2006/relationships/slide" Target="slide65.xml"/><Relationship Id="rId34" Type="http://schemas.openxmlformats.org/officeDocument/2006/relationships/slide" Target="slide67.xml"/><Relationship Id="rId35" Type="http://schemas.openxmlformats.org/officeDocument/2006/relationships/slide" Target="slide69.xml"/><Relationship Id="rId36" Type="http://schemas.openxmlformats.org/officeDocument/2006/relationships/slide" Target="slide71.xml"/><Relationship Id="rId37" Type="http://schemas.openxmlformats.org/officeDocument/2006/relationships/slide" Target="slide73.xml"/><Relationship Id="rId38" Type="http://schemas.openxmlformats.org/officeDocument/2006/relationships/slide" Target="slide75.xml"/><Relationship Id="rId39" Type="http://schemas.openxmlformats.org/officeDocument/2006/relationships/slide" Target="slide77.xml"/><Relationship Id="rId40" Type="http://schemas.openxmlformats.org/officeDocument/2006/relationships/slide" Target="slide79.xml"/><Relationship Id="rId41" Type="http://schemas.openxmlformats.org/officeDocument/2006/relationships/slide" Target="slide81.xml"/><Relationship Id="rId42" Type="http://schemas.openxmlformats.org/officeDocument/2006/relationships/slide" Target="slide83.xml"/><Relationship Id="rId43" Type="http://schemas.openxmlformats.org/officeDocument/2006/relationships/slide" Target="slide85.xml"/><Relationship Id="rId44" Type="http://schemas.openxmlformats.org/officeDocument/2006/relationships/slide" Target="slide87.xml"/><Relationship Id="rId45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6.xml"/><Relationship Id="rId4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8.xml"/><Relationship Id="rId4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10.xml"/><Relationship Id="rId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12.xml"/><Relationship Id="rId4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14.xml"/><Relationship Id="rId4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16.xml"/><Relationship Id="rId4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18.xml"/><Relationship Id="rId4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20.xml"/><Relationship Id="rId4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22.xml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24.xml"/><Relationship Id="rId4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26.xml"/><Relationship Id="rId4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28.xml"/><Relationship Id="rId4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30.xml"/><Relationship Id="rId4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32.xml"/><Relationship Id="rId4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34.xml"/><Relationship Id="rId4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36.xml"/><Relationship Id="rId4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38.xml"/><Relationship Id="rId4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40.xml"/><Relationship Id="rId4" Type="http://schemas.openxmlformats.org/officeDocument/2006/relationships/slideLayout" Target="../slideLayouts/slideLayout1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42.xml"/><Relationship Id="rId4" Type="http://schemas.openxmlformats.org/officeDocument/2006/relationships/slideLayout" Target="../slideLayouts/slideLayout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44.xml"/><Relationship Id="rId4" Type="http://schemas.openxmlformats.org/officeDocument/2006/relationships/slideLayout" Target="../slideLayouts/slideLayout1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46.xml"/><Relationship Id="rId4" Type="http://schemas.openxmlformats.org/officeDocument/2006/relationships/slideLayout" Target="../slideLayouts/slideLayout1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48.xml"/><Relationship Id="rId4" Type="http://schemas.openxmlformats.org/officeDocument/2006/relationships/slideLayout" Target="../slideLayouts/slideLayout1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50.xml"/><Relationship Id="rId4" Type="http://schemas.openxmlformats.org/officeDocument/2006/relationships/slideLayout" Target="../slideLayouts/slideLayout1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52.xml"/><Relationship Id="rId4" Type="http://schemas.openxmlformats.org/officeDocument/2006/relationships/slideLayout" Target="../slideLayouts/slideLayout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54.xml"/><Relationship Id="rId4" Type="http://schemas.openxmlformats.org/officeDocument/2006/relationships/slideLayout" Target="../slideLayouts/slideLayout1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56.xml"/><Relationship Id="rId4" Type="http://schemas.openxmlformats.org/officeDocument/2006/relationships/slideLayout" Target="../slideLayouts/slideLayout1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58.xml"/><Relationship Id="rId4" Type="http://schemas.openxmlformats.org/officeDocument/2006/relationships/slideLayout" Target="../slideLayouts/slideLayout1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60.xml"/><Relationship Id="rId4" Type="http://schemas.openxmlformats.org/officeDocument/2006/relationships/slideLayout" Target="../slideLayouts/slideLayout1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62.xml"/><Relationship Id="rId4" Type="http://schemas.openxmlformats.org/officeDocument/2006/relationships/slideLayout" Target="../slideLayouts/slideLayout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64.xml"/><Relationship Id="rId4" Type="http://schemas.openxmlformats.org/officeDocument/2006/relationships/slideLayout" Target="../slideLayouts/slideLayout1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66.xml"/><Relationship Id="rId4" Type="http://schemas.openxmlformats.org/officeDocument/2006/relationships/slideLayout" Target="../slideLayouts/slideLayout1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68.xml"/><Relationship Id="rId4" Type="http://schemas.openxmlformats.org/officeDocument/2006/relationships/slideLayout" Target="../slideLayouts/slideLayout1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70.xml"/><Relationship Id="rId4" Type="http://schemas.openxmlformats.org/officeDocument/2006/relationships/slideLayout" Target="../slideLayouts/slideLayout1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72.xml"/><Relationship Id="rId4" Type="http://schemas.openxmlformats.org/officeDocument/2006/relationships/slideLayout" Target="../slideLayouts/slideLayout1.xml"/>
</Relationships>
</file>

<file path=ppt/slides/_rels/slide7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7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74.xml"/><Relationship Id="rId4" Type="http://schemas.openxmlformats.org/officeDocument/2006/relationships/slideLayout" Target="../slideLayouts/slideLayout1.xml"/>
</Relationships>
</file>

<file path=ppt/slides/_rels/slide7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7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76.xml"/><Relationship Id="rId4" Type="http://schemas.openxmlformats.org/officeDocument/2006/relationships/slideLayout" Target="../slideLayouts/slideLayout1.xml"/>
</Relationships>
</file>

<file path=ppt/slides/_rels/slide7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7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78.xml"/><Relationship Id="rId4" Type="http://schemas.openxmlformats.org/officeDocument/2006/relationships/slideLayout" Target="../slideLayouts/slideLayout1.xml"/>
</Relationships>
</file>

<file path=ppt/slides/_rels/slide7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7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80.xml"/><Relationship Id="rId4" Type="http://schemas.openxmlformats.org/officeDocument/2006/relationships/slideLayout" Target="../slideLayouts/slideLayout1.xml"/>
</Relationships>
</file>

<file path=ppt/slides/_rels/slide8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8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82.xml"/><Relationship Id="rId4" Type="http://schemas.openxmlformats.org/officeDocument/2006/relationships/slideLayout" Target="../slideLayouts/slideLayout1.xml"/>
</Relationships>
</file>

<file path=ppt/slides/_rels/slide8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8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84.xml"/><Relationship Id="rId4" Type="http://schemas.openxmlformats.org/officeDocument/2006/relationships/slideLayout" Target="../slideLayouts/slideLayout1.xml"/>
</Relationships>
</file>

<file path=ppt/slides/_rels/slide8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8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" Target="slide86.xml"/><Relationship Id="rId4" Type="http://schemas.openxmlformats.org/officeDocument/2006/relationships/slideLayout" Target="../slideLayouts/slideLayout1.xml"/>
</Relationships>
</file>

<file path=ppt/slides/_rels/slide8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_rels/slide8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" Target="slide2.xm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"/>
          <p:cNvSpPr/>
          <p:nvPr/>
        </p:nvSpPr>
        <p:spPr>
          <a:xfrm>
            <a:off x="864000" y="918000"/>
            <a:ext cx="10464120" cy="4788000"/>
          </a:xfrm>
          <a:prstGeom prst="roundRect">
            <a:avLst/>
          </a:prstGeom>
          <a:solidFill>
            <a:srgbClr val="10223A">
              <a:alpha val="82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1548000" y="1695600"/>
            <a:ext cx="9072000" cy="5119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КВИЗ НА ТЕМУ:</a:t>
            </a:r>
            <a:endParaRPr lang="en-US" sz="3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1080000" y="2235600"/>
            <a:ext cx="10008000" cy="851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ДЕНЬ ГОРОДА</a:t>
            </a:r>
            <a:endParaRPr lang="en-US" sz="54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2340000" y="3243600"/>
            <a:ext cx="7488000" cy="4831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ВОРОНЕЖ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996000" y="4464000"/>
            <a:ext cx="4176000" cy="504000"/>
          </a:xfrm>
          <a:prstGeom prst="roundRect">
            <a:avLst/>
          </a:prstGeom>
          <a:solidFill>
            <a:srgbClr val="2878B5">
              <a:alpha val="98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НАЧАТЬ ИГРУ  →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"/>
          <p:cNvSpPr/>
          <p:nvPr/>
        </p:nvSpPr>
        <p:spPr>
          <a:xfrm>
            <a:off x="234000" y="126000"/>
            <a:ext cx="11724120" cy="660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468000" y="219600"/>
            <a:ext cx="11268000" cy="4831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ВЫБЕРИТЕ ТЕМУ И СТОИМОСТЬ ВОПРОСА</a:t>
            </a:r>
            <a:endParaRPr lang="en-US" sz="2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396000" y="738000"/>
            <a:ext cx="1845720" cy="900000"/>
          </a:xfrm>
          <a:prstGeom prst="roundRect">
            <a:avLst/>
          </a:prstGeom>
          <a:solidFill>
            <a:srgbClr val="1D6FA5">
              <a:alpha val="97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17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396000" y="1724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1D6FA5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" action="ppaction://hlinksldjump"/>
              </a:rPr>
              <a:t>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396000" y="2412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1D6FA5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" action="ppaction://hlinksldjump"/>
              </a:rPr>
              <a:t>100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396000" y="30996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1D6FA5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4" action="ppaction://hlinksldjump"/>
              </a:rPr>
              <a:t>150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396000" y="37872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1D6FA5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5" action="ppaction://hlinksldjump"/>
              </a:rPr>
              <a:t>200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96000" y="44748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1D6FA5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6" action="ppaction://hlinksldjump"/>
              </a:rPr>
              <a:t>250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396000" y="5162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1D6FA5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7" action="ppaction://hlinksldjump"/>
              </a:rPr>
              <a:t>300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396000" y="5850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1D6FA5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8" action="ppaction://hlinksldjump"/>
              </a:rPr>
              <a:t>350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/>
          <p:nvPr/>
        </p:nvSpPr>
        <p:spPr>
          <a:xfrm>
            <a:off x="2306520" y="738000"/>
            <a:ext cx="1845720" cy="900000"/>
          </a:xfrm>
          <a:prstGeom prst="roundRect">
            <a:avLst/>
          </a:prstGeom>
          <a:solidFill>
            <a:srgbClr val="C9821D">
              <a:alpha val="97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Вкусный Воронеж</a:t>
            </a:r>
            <a:endParaRPr lang="en-US" sz="17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2306520" y="1724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C9821D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9" action="ppaction://hlinksldjump"/>
              </a:rPr>
              <a:t>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2306520" y="2412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C9821D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0" action="ppaction://hlinksldjump"/>
              </a:rPr>
              <a:t>100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2306520" y="30996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C9821D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1" action="ppaction://hlinksldjump"/>
              </a:rPr>
              <a:t>150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/>
          <p:nvPr/>
        </p:nvSpPr>
        <p:spPr>
          <a:xfrm>
            <a:off x="2306520" y="37872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C9821D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2" action="ppaction://hlinksldjump"/>
              </a:rPr>
              <a:t>200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2306520" y="44748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C9821D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3" action="ppaction://hlinksldjump"/>
              </a:rPr>
              <a:t>250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2306520" y="5162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C9821D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4" action="ppaction://hlinksldjump"/>
              </a:rPr>
              <a:t>300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2306520" y="5850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C9821D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5" action="ppaction://hlinksldjump"/>
              </a:rPr>
              <a:t>350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/>
          <p:nvPr/>
        </p:nvSpPr>
        <p:spPr>
          <a:xfrm>
            <a:off x="4217040" y="738000"/>
            <a:ext cx="1845720" cy="900000"/>
          </a:xfrm>
          <a:prstGeom prst="roundRect">
            <a:avLst/>
          </a:prstGeom>
          <a:solidFill>
            <a:srgbClr val="6D4BA8">
              <a:alpha val="97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Эпоха Петра</a:t>
            </a:r>
            <a:endParaRPr lang="en-US" sz="17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4217040" y="1724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6D4BA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6" action="ppaction://hlinksldjump"/>
              </a:rPr>
              <a:t>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4217040" y="2412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6D4BA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7" action="ppaction://hlinksldjump"/>
              </a:rPr>
              <a:t>100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4217040" y="30996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6D4BA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8" action="ppaction://hlinksldjump"/>
              </a:rPr>
              <a:t>150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4217040" y="37872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6D4BA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19" action="ppaction://hlinksldjump"/>
              </a:rPr>
              <a:t>200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4217040" y="44748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6D4BA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0" action="ppaction://hlinksldjump"/>
              </a:rPr>
              <a:t>250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4217040" y="5162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6D4BA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1" action="ppaction://hlinksldjump"/>
              </a:rPr>
              <a:t>300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4217040" y="5850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6D4BA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2" action="ppaction://hlinksldjump"/>
              </a:rPr>
              <a:t>350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6127560" y="738000"/>
            <a:ext cx="1845720" cy="900000"/>
          </a:xfrm>
          <a:prstGeom prst="roundRect">
            <a:avLst/>
          </a:prstGeom>
          <a:solidFill>
            <a:srgbClr val="B64656">
              <a:alpha val="97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Лица Воронежа</a:t>
            </a:r>
            <a:endParaRPr lang="en-US" sz="17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6127560" y="1724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B64656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3" action="ppaction://hlinksldjump"/>
              </a:rPr>
              <a:t>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6127560" y="2412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B64656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4" action="ppaction://hlinksldjump"/>
              </a:rPr>
              <a:t>100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6127560" y="30996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B64656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5" action="ppaction://hlinksldjump"/>
              </a:rPr>
              <a:t>150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6127560" y="37872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B64656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6" action="ppaction://hlinksldjump"/>
              </a:rPr>
              <a:t>200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6127560" y="44748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B64656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7" action="ppaction://hlinksldjump"/>
              </a:rPr>
              <a:t>250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127560" y="5162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B64656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8" action="ppaction://hlinksldjump"/>
              </a:rPr>
              <a:t>300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6127560" y="5850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B64656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29" action="ppaction://hlinksldjump"/>
              </a:rPr>
              <a:t>350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8038080" y="738000"/>
            <a:ext cx="1845720" cy="900000"/>
          </a:xfrm>
          <a:prstGeom prst="roundRect">
            <a:avLst/>
          </a:prstGeom>
          <a:solidFill>
            <a:srgbClr val="247C69">
              <a:alpha val="97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17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8038080" y="1724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247C6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0" action="ppaction://hlinksldjump"/>
              </a:rPr>
              <a:t>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038080" y="2412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247C6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1" action="ppaction://hlinksldjump"/>
              </a:rPr>
              <a:t>100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8038080" y="30996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247C6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2" action="ppaction://hlinksldjump"/>
              </a:rPr>
              <a:t>150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8038080" y="37872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247C6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3" action="ppaction://hlinksldjump"/>
              </a:rPr>
              <a:t>200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8038080" y="44748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247C6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4" action="ppaction://hlinksldjump"/>
              </a:rPr>
              <a:t>250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8038080" y="5162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247C6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5" action="ppaction://hlinksldjump"/>
              </a:rPr>
              <a:t>300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8038080" y="5850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247C6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6" action="ppaction://hlinksldjump"/>
              </a:rPr>
              <a:t>350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948600" y="738000"/>
            <a:ext cx="1845720" cy="900000"/>
          </a:xfrm>
          <a:prstGeom prst="roundRect">
            <a:avLst/>
          </a:prstGeom>
          <a:solidFill>
            <a:srgbClr val="8B6239">
              <a:alpha val="97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17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948600" y="1724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8B623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7" action="ppaction://hlinksldjump"/>
              </a:rPr>
              <a:t>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9948600" y="2412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8B623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8" action="ppaction://hlinksldjump"/>
              </a:rPr>
              <a:t>100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9948600" y="30996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8B623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39" action="ppaction://hlinksldjump"/>
              </a:rPr>
              <a:t>150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9948600" y="37872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8B623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40" action="ppaction://hlinksldjump"/>
              </a:rPr>
              <a:t>200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9948600" y="44748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8B623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41" action="ppaction://hlinksldjump"/>
              </a:rPr>
              <a:t>250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9948600" y="51624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8B623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42" action="ppaction://hlinksldjump"/>
              </a:rPr>
              <a:t>300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9948600" y="5850000"/>
            <a:ext cx="1845720" cy="612000"/>
          </a:xfrm>
          <a:prstGeom prst="roundRect">
            <a:avLst/>
          </a:prstGeom>
          <a:solidFill>
            <a:srgbClr val="173555">
              <a:alpha val="96000"/>
            </a:srgbClr>
          </a:solidFill>
          <a:ln w="12600">
            <a:solidFill>
              <a:srgbClr val="8B6239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800" b="1" u="none" strike="noStrike">
                <a:solidFill>
                  <a:srgbClr val="FFD166"/>
                </a:solidFill>
                <a:effectLst/>
                <a:uFillTx/>
                <a:latin typeface="Arial"/>
                <a:hlinkClick r:id="rId43" action="ppaction://hlinksldjump"/>
              </a:rPr>
              <a:t>350</a:t>
            </a:r>
            <a:endParaRPr lang="en-US" sz="28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>
            <a:off x="4932000" y="6354000"/>
            <a:ext cx="2340000" cy="2808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44" action="ppaction://hlinksldjump"/>
              </a:rPr>
              <a:t>ЗАВЕРШИТЬ ИГРУ</a:t>
            </a:r>
            <a:endParaRPr lang="en-US" sz="15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памятник в Воронеже посвящён герою мультфильма?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Памятник Петру 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Памятник котёнку с улицы Лизюкова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Памятник Белому Биму Чёрное ухо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Памятник Маршаку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памятник в Воронеже посвящён герою мультфильма?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Памятник Петру 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Памятник котёнку с улицы Лизюкова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Памятник Белому Биму Чёрное ухо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Памятник Маршаку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 каким желанием люди приходят к памятнику Белому Биму Чёрное ухо?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Чтобы загадать желание, потерев ему ухо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Чтобы сфотографироваться рядом с книгой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Чтобы положить цветы к подножию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Чтобы прочитать надпись на табличке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 каким желанием люди приходят к памятнику Белому Биму Чёрное ухо?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А) Чтобы загадать желание, потерев ему ухо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Чтобы сфотографироваться рядом с книгой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Чтобы положить цветы к подножию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Чтобы прочитать надпись на табличке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А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памятник в Воронеже установили в честь людей, доставлявших письма на фронт во время войны?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Памятник танкисту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Памятник фронтовому почтальону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Памятник военному лётчику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Памятник медсестре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памятник в Воронеже установили в честь людей, доставлявших письма на фронт во время войны?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Памятник танкисту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Памятник фронтовому почтальону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13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Памятник военному лётчику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Памятник медсестре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царь связан с историей Воронежа и имеет здесь свой памятник?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Иван Грозный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Александр 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Пётр 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Николай II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4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царь связан с историей Воронежа и имеет здесь свой памятник?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Иван Грозный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Александр 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Пётр I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Николай II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Где в Воронеже можно увидеть мемориал с Вечным огнём?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На площади Ленина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В парке Победы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 железнодорожного вокзала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На набережной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Где в Воронеже можно увидеть мемориал с Вечным огнём?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На площади Ленина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В парке Победы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 железнодорожного вокзала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На набережной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необычный городской объект в Воронеже шутливо считают «лекарством от жадности»?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Скамейка у театра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Стул рядом со зданием администрации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Фонтан на главной площади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Каменный шар в сквере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необычный городской объект в Воронеже шутливо считают «лекарством от жадности»?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Скамейка у театра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Стул рядом со зданием администрации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Фонтан на главной площади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Каменный шар в сквере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известный воронежский поэт увековечен в памятнике в центре города?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Сергей Есенин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Александр Пушкин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Алексей Кольцов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Михаил Лермонтов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ПАМЯТНИКИ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1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известный воронежский поэт увековечен в памятнике в центре города?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Сергей Есенин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Александр Пушкин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Алексей Кольцов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22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Михаил Лермонтов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2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старинное блюдо из пшена было особенно популярно у крестьян Воронежской губернии?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кулеш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драники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каша «сливуха»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галушки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3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старинное блюдо из пшена было особенно популярно у крестьян Воронежской губернии?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кулеш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драники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каша «сливуха»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галушки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4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продукт из Воронежской области славится своим качеством и раньше был важной частью крестьянского рациона?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воронежский мёд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воронежское сливочное масло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воронежская сгущёнка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воронежский мармелад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продукт из Воронежской области славится своим качеством и раньше был важной частью крестьянского рациона?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воронежский мёд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воронежское сливочное масло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26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воронежская сгущёнка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воронежский мармелад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7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Что традиционно добавляли в воронежские щи, чтобы сделать их сытнее и ароматнее?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крапива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грибы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свиное сало или мясо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яблоки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Что традиционно добавляли в воронежские щи, чтобы сделать их сытнее и ароматнее?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крапива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грибы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свиное сало или мясо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яблоки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29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напиток издавна готовили в воронежских сёлах и брали с собой в поле в жаркий день?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яблочный компот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квас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лимонад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морс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0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напиток издавна готовили в воронежских сёлах и брали с собой в поле в жаркий день?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яблочный компот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квас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30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лимонад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морс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1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Какую ягоду в Воронежской области часто использовали для приготовления варенья и компотов — она росла почти в каждом дворе?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клубника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черноплодная рябина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малина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голубика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2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Какую ягоду в Воронежской области часто использовали для приготовления варенья и компотов — она росла почти в каждом дворе?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клубника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черноплодная рябина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32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малина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голубика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3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угощение можно было купить на воронежской ярмарке и съесть прямо на ходу — оно было любимым у детей и взрослых?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пряник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ватрушка с творогом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пирожок с капустой или картошкой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бублик с маком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угощение можно было купить на воронежской ярмарке и съесть прямо на ходу — оно было любимым у детей и взрослых?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пряник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ватрушка с творогом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пирожок с капустой или картошкой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35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бублик с маком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5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 в старину называли сладкое лакомство, которое делали из протёртых ягод, сушили тонкими пластами и хранили на зиму?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цукаты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пастила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мармелад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зефир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ВКУСНЫЙ ВОРОНЕЖ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6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 в старину называли сладкое лакомство, которое делали из протёртых ягод, сушили тонкими пластами и хранили на зиму?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цукаты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пастила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37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мармелад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зефир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каком году в Воронеже начали строить корабли для флота Петра I?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1690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1696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1700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1710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39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каком году в Воронеже начали строить корабли для флота Петра I?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1690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1696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39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1700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1710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0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 назывался первый большой корабль, который построили в Воронеже при Петре I?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«Победа»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«Гото Предестинация»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«Быстрый»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«Орёл»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 назывался первый большой корабль, который построили в Воронеже при Петре I?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«Победа»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«Гото Предестинация»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41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«Быстрый»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«Орёл»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"/>
          <p:cNvSpPr txBox="1"/>
          <p:nvPr/>
        </p:nvSpPr>
        <p:spPr>
          <a:xfrm>
            <a:off x="522000" y="687600"/>
            <a:ext cx="11124000" cy="554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Зачем Пётр I приезжал в Воронеж?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чтобы отдыхать на берегу реки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чтобы строить флот и готовить походы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чтобы сажать деревья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чтобы учиться читать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3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522000" y="687600"/>
            <a:ext cx="11124000" cy="554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Зачем Пётр I приезжал в Воронеж?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чтобы отдыхать на берегу реки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чтобы строить флот и готовить походы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43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чтобы сажать деревья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чтобы учиться читать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4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522000" y="687600"/>
            <a:ext cx="11124000" cy="554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какого похода строили корабли в Воронеже?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 Сибирь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к Северному полюсу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для похода на Азов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в Индию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5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522000" y="687600"/>
            <a:ext cx="11124000" cy="554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Для какого похода строили корабли в Воронеже?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 Сибирь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к Северному полюсу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для похода на Азов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46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в Индию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ПочемуВоронеж выбрали для строительства кораблей?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тут было много песка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рядом была река Воронеж, по которой можно было спускать корабли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тут жили самые лучшие повара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тут всегда светило солнце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ПочемуВоронеж выбрали для строительства кораблей?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тут было много песка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рядом была река Воронеж, по которой можно было спускать корабли</a:t>
            </a:r>
            <a:endParaRPr lang="en-US" sz="22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48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тут жили самые лучшие повара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тут всегда светило солнце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49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Что появилось в России благодаря строительству флота в Воронеже?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первый цирк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первый регулярный военно-морской флот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первая железная дорога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первый зоопарк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0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Что появилось в России благодаря строительству флота в Воронеже?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первый цирк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первый регулярный военно-морской флот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50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первая железная дорога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первый зоопарк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1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3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Кто помогал Петру I руководить строительством кораблей в Воронеже и был одним из его главных помощников?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Александр Суворов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Фёдор Апраксин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Михаил Кутузов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Пётр Румянцев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ЭПОХА ПЕТРА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2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Кто помогал Петру I руководить строительством кораблей в Воронеже и был одним из его главных помощников?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Александр Суворов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Фёдор Апраксин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52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Михаил Кутузов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Пётр Румянцев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3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Какая воронежская гимнастка стала олимпийской чемпионкой, много раз побеждала на чемпионатах мира и Европы, а ещё открыла в Воронеже свою школу гимнастики для детей?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Светлана Хоркина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Алия Мустафина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Ангелина Мельникова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Лилия Ахаимова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4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Какая воронежская гимнастка стала олимпийской чемпионкой, много раз побеждала на чемпионатах мира и Европы, а ещё открыла в Воронеже свою школу гимнастики для детей?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Светлана Хоркина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Алия Мустафина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Ангелина Мельникова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55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Лилия Ахаимова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5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Кто из известных воронежцев создал рок-группу «Сектор Газа», песни которой знают и поют до сих пор?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Виктор Цой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Юрий Хой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Егор Летов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Константин Кинчев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6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Кто из известных воронежцев создал рок-группу «Сектор Газа», песни которой знают и поют до сих пор?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Виктор Цой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Юрий Хой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57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Егор Летов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Константин Кинчев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7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известный комик и участник шоу «Импровизация» родился в Воронеже и окончил там аграрный университет?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Гарик Харламов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Павел Воля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Антон Шастун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Дмитрий Грачёв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58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известный комик и участник шоу «Импровизация» родился в Воронеже и окончил там аграрный университет?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Гарик Харламов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Павел Воля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Антон Шастун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59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Дмитрий Грачёв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Какая популярная певица, которую часто показывали по телевизору, родилась в Воронеже и с детства выступала на сцене?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Валерия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Юлия Началова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Лолита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Алсу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Какая популярная певица, которую часто показывали по телевизору, родилась в Воронеже и с детства выступала на сцене?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Валерия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Юлия Началова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Лолита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Алсу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2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3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стилист и телеведущий модных шоу родился в Воронеже и учился здесь на факультете иностранных языков?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Влад Лисовец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Эвелина Хромченко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Александр Рогов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Артур Шарифов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3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стилист и телеведущий модных шоу родился в Воронеже и учился здесь на факультете иностранных языков?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Влад Лисовец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Эвелина Хромченко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Александр Рогов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63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Артур Шарифов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4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"/>
          <p:cNvSpPr txBox="1"/>
          <p:nvPr/>
        </p:nvSpPr>
        <p:spPr>
          <a:xfrm>
            <a:off x="522000" y="687600"/>
            <a:ext cx="11124000" cy="1490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воронежский прыгун в воду стал олимпийским чемпионом и принёс городу всемирную славу?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Александр Попов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Дмитрий Саутин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Илья Захаров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Романашина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6" name=""/>
          <p:cNvSpPr txBox="1"/>
          <p:nvPr/>
        </p:nvSpPr>
        <p:spPr>
          <a:xfrm>
            <a:off x="522000" y="687600"/>
            <a:ext cx="11124000" cy="1490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воронежский прыгун в воду стал олимпийским чемпионом и принёс городу всемирную славу?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Александр Попов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Дмитрий Саутин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Илья Захаров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Романашина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6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7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актёр, которого знают по роли оперативника Дукалиса в сериале «Улицы разбитых фонарей», родился в Воронеже?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Дмитрий Нагиев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Сергей Селин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Олег Меньшиков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Гоша Куценко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ЛИЦА ВОРОНЕЖА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Какой актёр, которого знают по роли оперативника Дукалиса в сериале «Улицы разбитых фонарей», родился в Воронеже?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Дмитрий Нагиев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Сергей Селин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68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Олег Меньшиков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Гоша Куценко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8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 называется знаменитый заповедник в Воронежской области, где охраняют бобров и изучают природу лесов и рек?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Баргузинский заповедник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Воронежский государственный природный биосферный заповедник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Кавказский заповедник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Алтайский заповедник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69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 называется знаменитый заповедник в Воронежской области, где охраняют бобров и изучают природу лесов и рек?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Баргузинский заповедник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Воронежский государственный природный биосферный заповедник</a:t>
            </a:r>
            <a:endParaRPr lang="en-US" sz="22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70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Кавказский заповедник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Алтайский заповедник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1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редкое животное, которое живёт в Воронежском заповеднике, известно своим пушистым хвостом и умением строить плотины из веток и глины?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выдра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бобр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ондатра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нутрия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2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редкое животное, которое живёт в Воронежском заповеднике, известно своим пушистым хвостом и умением строить плотины из веток и глины?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выдра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бобр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72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ондатра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нутрия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3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Красную книгу Воронежской области заносят растения и животных, которым грозит опасность. Что это значит — быть занесённым в Красную книгу?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их очень много, они повсюду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они редкие, им нужна защита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их можно свободно собирать и охотиться на них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они живут только в зоопарках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4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4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Красную книгу Воронежской области заносят растения и животных, которым грозит опасность. Что это значит — быть занесённым в Красную книгу?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их очень много, они повсюду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они редкие, им нужна защита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74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их можно свободно собирать и охотиться на них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они живут только в зоопарках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5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красивое водное растение с белыми цветками, которое можно встретить в тихих заводях рек Воронежской области, занесено в Красную книгу и его нельзя срывать?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кувшинка белая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рогоз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камыш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ряска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6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Какое красивое водное растение с белыми цветками, которое можно встретить в тихих заводях рек Воронежской области, занесено в Красную книгу и его нельзя срывать?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А) кувшинка белая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76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рогоз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камыш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ряска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А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7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522000" y="687600"/>
            <a:ext cx="11124000" cy="107064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Воронежской области есть не только заповедники, но и другие охраняемые места. Как называется территория, где природа охраняется, но туда могут приходить туристы и гулять по специальным тропам?</a:t>
            </a:r>
            <a:endParaRPr lang="en-US" sz="2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свалка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стройплощадка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национальный парк или заказник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обычный городской парк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8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"/>
          <p:cNvSpPr txBox="1"/>
          <p:nvPr/>
        </p:nvSpPr>
        <p:spPr>
          <a:xfrm>
            <a:off x="522000" y="687600"/>
            <a:ext cx="11124000" cy="107064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Воронежской области есть не только заповедники, но и другие охраняемые места. Как называется территория, где природа охраняется, но туда могут приходить туристы и гулять по специальным тропам?</a:t>
            </a:r>
            <a:endParaRPr lang="en-US" sz="2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свалка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стройплощадка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национальный парк или заказник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обычный городской парк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79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9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лесах Воронежской области живёт необычный зверёк, который отлично плавает, имеет вытянутое тело и ценный мех. Он очень редкий, и его тоже охраняют. Кто это?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белка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заяц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русская выхухоль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ёж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0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лесах Воронежской области живёт необычный зверёк, который отлично плавает, имеет вытянутое тело и ценный мех. Он очень редкий, и его тоже охраняют. Кто это?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белка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заяц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русская выхухоль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81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ёж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2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Воронежском заповеднике учёные не только охраняют животных, но и изучают природу. Чем обычно занимаются учёные-биологи в заповеднике?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строят новые дома для людей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наблюдают за животными, считают их, следят за растениями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устраивают большие концерты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прокладывают дороги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ОХРАНЯЕМЫЕ ТЕРРИТОРИИ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3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Воронежском заповеднике учёные не только охраняют животных, но и изучают природу. Чем обычно занимаются учёные-биологи в заповеднике?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строят новые дома для людей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наблюдают за животными, считают их, следят за растениями</a:t>
            </a:r>
            <a:endParaRPr lang="en-US" sz="22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83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устраивают большие концерты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прокладывают дороги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4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3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Главная улица Воронежа — проспект Революции. А как она называлась раньше, ещё до революции?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улица Победы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Большая Дворянская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Московский тракт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Садовая улица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5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4" name=""/>
          <p:cNvSpPr txBox="1"/>
          <p:nvPr/>
        </p:nvSpPr>
        <p:spPr>
          <a:xfrm>
            <a:off x="522000" y="687600"/>
            <a:ext cx="11124000" cy="1022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Главная улица Воронежа — проспект Революции. А как она называлась раньше, ещё до революции?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улица Победы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Большая Дворянская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85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Московский тракт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Садовая улица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6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5" name=""/>
          <p:cNvSpPr txBox="1"/>
          <p:nvPr/>
        </p:nvSpPr>
        <p:spPr>
          <a:xfrm>
            <a:off x="522000" y="687600"/>
            <a:ext cx="11124000" cy="1490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Воронеже есть улица Пушкинская. Что связывает Александра Сергеевича Пушкина с нашим городом?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он тут родился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он никогда не бывал в Воронеже и никак с ним не связан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он проезжал через Воронеж, когда ехал на Кавказ, и город упоминают в связи с его путешествиями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он написал про Воронеж целую поэму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7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6" name=""/>
          <p:cNvSpPr txBox="1"/>
          <p:nvPr/>
        </p:nvSpPr>
        <p:spPr>
          <a:xfrm>
            <a:off x="522000" y="687600"/>
            <a:ext cx="11124000" cy="1490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3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Воронеже есть улица Пушкинская. Что связывает Александра Сергеевича Пушкина с нашим городом?</a:t>
            </a:r>
            <a:endParaRPr lang="en-US" sz="3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он тут родился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он никогда не бывал в Воронеже и никак с ним не связан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он проезжал через Воронеж, когда ехал на Кавказ, и город упоминают в связи с его путешествиями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88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он написал про Воронеж целую поэму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4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86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7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На какой улице Воронежа находится знаменитый Каменный мост — одно из самых старых и красивых мест города, где любят гулять и фотографироваться?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8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улица Карла Маркса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9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улица Орджоникидзе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0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улица Плехановская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улица Кирова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3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4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5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6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897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8" name=""/>
          <p:cNvSpPr txBox="1"/>
          <p:nvPr/>
        </p:nvSpPr>
        <p:spPr>
          <a:xfrm>
            <a:off x="522000" y="687600"/>
            <a:ext cx="11124000" cy="11937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На какой улице Воронежа находится знаменитый Каменный мост — одно из самых старых и красивых мест города, где любят гулять и фотографироваться?</a:t>
            </a:r>
            <a:endParaRPr lang="en-US" sz="2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9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улица Карла Маркса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улица Орджоникидзе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901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улица Плехановская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улица Кирова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5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6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7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08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На главной улице Воронежа — проспекте Революции — стоит первый памятник города. Кому он посвящён?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0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Александру Пушкину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1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Алексею Кольцову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2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Петру I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3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Ивану Никитину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4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6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7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19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"/>
          <p:cNvSpPr txBox="1"/>
          <p:nvPr/>
        </p:nvSpPr>
        <p:spPr>
          <a:xfrm>
            <a:off x="522000" y="687600"/>
            <a:ext cx="11124000" cy="909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На главной улице Воронежа — проспекте Революции — стоит первый памятник города. Кому он посвящён?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Александру Пушкину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Алексею Кольцову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В) Петру I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924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Ивану Никитину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В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7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8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30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1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Одна из старинных улиц Воронежа раньше называлась Большая Девиченская — по соседнему Девичьему монастырю. А какое имя она носит сейчас?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улица Свободы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Сакко и Ванцетти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улица Ленина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проспект Революции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8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9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41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Одна из старинных улиц Воронежа раньше называлась Большая Девиченская — по соседнему Девичьему монастырю. А какое имя она носит сейчас?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3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улица Свободы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4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Сакко и Ванцетти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945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улица Ленина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проспект Революции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7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8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9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0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1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52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3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Воронеже много улиц названо в честь писателей. В честь какого автора повести «Белый Бим Чёрное ухо» назвали одну из улиц?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4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Андрей Платонов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5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Иван Бунин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6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Самуил Маршак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7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Гавриил Троепольский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8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9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1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2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63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300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 txBox="1"/>
          <p:nvPr/>
        </p:nvSpPr>
        <p:spPr>
          <a:xfrm>
            <a:off x="522000" y="687600"/>
            <a:ext cx="11124000" cy="13212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9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Воронеже много улиц названо в честь писателей. В честь какого автора повести «Белый Бим Чёрное ухо» назвали одну из улиц?</a:t>
            </a:r>
            <a:endParaRPr lang="en-US" sz="29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5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Андрей Платонов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6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Иван Бунин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Самуил Маршак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8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Г) Гавриил Троепольский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969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Г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1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2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3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 txBox="1"/>
          <p:nvPr/>
        </p:nvSpPr>
        <p:spPr>
          <a:xfrm>
            <a:off x="522000" y="687600"/>
            <a:ext cx="11124000" cy="13986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Воронеже есть улица, которая славится своими старинными особняками, уютными двориками и особой атмосферой старого города — её часто показывают в фильмах и любят снимать фотографы. Как она называется?</a:t>
            </a:r>
            <a:endParaRPr lang="en-US" sz="2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Ленинский проспект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Б) улица Комиссаржевской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улица Ворошилова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улица Беговая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"/>
          <p:cNvSpPr/>
          <p:nvPr/>
        </p:nvSpPr>
        <p:spPr>
          <a:xfrm>
            <a:off x="9252000" y="5994000"/>
            <a:ext cx="2232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3" action="ppaction://hlinksldjump"/>
              </a:rPr>
              <a:t>Показать ответ →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3" name=""/>
          <p:cNvSpPr/>
          <p:nvPr/>
        </p:nvSpPr>
        <p:spPr>
          <a:xfrm>
            <a:off x="324000" y="180000"/>
            <a:ext cx="11544120" cy="6426000"/>
          </a:xfrm>
          <a:prstGeom prst="roundRect">
            <a:avLst/>
          </a:prstGeom>
          <a:solidFill>
            <a:srgbClr val="10223A">
              <a:alpha val="88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 txBox="1"/>
          <p:nvPr/>
        </p:nvSpPr>
        <p:spPr>
          <a:xfrm>
            <a:off x="468000" y="273600"/>
            <a:ext cx="8748000" cy="42372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r>
              <a:rPr lang="en-US" sz="20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УЛИЦЫ НАШЕГО ГОРОДА</a:t>
            </a:r>
            <a:endParaRPr lang="en-US" sz="20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9612000" y="259200"/>
            <a:ext cx="1764000" cy="324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350 БАЛЛОВ</a:t>
            </a:r>
            <a:endParaRPr lang="en-US" sz="22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 txBox="1"/>
          <p:nvPr/>
        </p:nvSpPr>
        <p:spPr>
          <a:xfrm>
            <a:off x="522000" y="687600"/>
            <a:ext cx="11124000" cy="13986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 Воронеже есть улица, которая славится своими старинными особняками, уютными двориками и особой атмосферой старого города — её часто показывают в фильмах и любят снимать фотографы. Как она называется?</a:t>
            </a:r>
            <a:endParaRPr lang="en-US" sz="23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684000" y="2250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А) Ленинский проспект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684000" y="3024000"/>
            <a:ext cx="10818000" cy="626400"/>
          </a:xfrm>
          <a:prstGeom prst="roundRect">
            <a:avLst/>
          </a:prstGeom>
          <a:solidFill>
            <a:srgbClr val="55D68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✓  Б) улица Комиссаржевской</a:t>
            </a:r>
            <a:endParaRPr lang="en-US" sz="24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684000" y="3798000"/>
            <a:ext cx="10818000" cy="626400"/>
          </a:xfrm>
          <a:prstGeom prst="roundRect">
            <a:avLst/>
          </a:prstGeom>
          <a:solidFill>
            <a:srgbClr val="1C395B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В) улица Ворошилова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684000" y="4572000"/>
            <a:ext cx="10818000" cy="626400"/>
          </a:xfrm>
          <a:prstGeom prst="roundRect">
            <a:avLst/>
          </a:prstGeom>
          <a:solidFill>
            <a:srgbClr val="21476C">
              <a:alpha val="95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Г) улица Беговая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1" name=""/>
          <p:cNvSpPr/>
          <p:nvPr/>
        </p:nvSpPr>
        <p:spPr>
          <a:xfrm>
            <a:off x="432000" y="5994000"/>
            <a:ext cx="2196000" cy="360000"/>
          </a:xfrm>
          <a:prstGeom prst="roundRect">
            <a:avLst/>
          </a:prstGeom>
          <a:solidFill>
            <a:srgbClr val="2878B5">
              <a:alpha val="96000"/>
            </a:srgbClr>
          </a:solidFill>
          <a:ln w="12600">
            <a:solidFill>
              <a:srgbClr val="B9D8F0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← К игровому полю</a:t>
            </a:r>
            <a:endParaRPr lang="en-US" sz="18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"/>
          <p:cNvSpPr/>
          <p:nvPr/>
        </p:nvSpPr>
        <p:spPr>
          <a:xfrm>
            <a:off x="4194000" y="5994000"/>
            <a:ext cx="3780000" cy="360000"/>
          </a:xfrm>
          <a:prstGeom prst="roundRect">
            <a:avLst/>
          </a:prstGeom>
          <a:solidFill>
            <a:srgbClr val="55D68B">
              <a:alpha val="99000"/>
            </a:srgbClr>
          </a:solidFill>
          <a:ln w="12600">
            <a:solidFill>
              <a:srgbClr val="55D68B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0A2B1D"/>
                </a:solidFill>
                <a:effectLst/>
                <a:uFillTx/>
                <a:latin typeface="Arial"/>
              </a:rPr>
              <a:t>Правильный ответ: Б</a:t>
            </a:r>
            <a:endParaRPr lang="en-US" sz="2000" b="1" u="none" strike="noStrike">
              <a:solidFill>
                <a:srgbClr val="0A2B1D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" name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"/>
          <p:cNvSpPr/>
          <p:nvPr/>
        </p:nvSpPr>
        <p:spPr>
          <a:xfrm>
            <a:off x="972000" y="1152000"/>
            <a:ext cx="10248120" cy="4554000"/>
          </a:xfrm>
          <a:prstGeom prst="roundRect">
            <a:avLst/>
          </a:prstGeom>
          <a:solidFill>
            <a:srgbClr val="10223A">
              <a:alpha val="84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96120" tIns="51120" rIns="96120" bIns="51120" anchor="ctr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5" name=""/>
          <p:cNvSpPr txBox="1"/>
          <p:nvPr/>
        </p:nvSpPr>
        <p:spPr>
          <a:xfrm>
            <a:off x="1440000" y="1983600"/>
            <a:ext cx="9288000" cy="88236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СПАСИБО</a:t>
            </a:r>
            <a:endParaRPr lang="en-US" sz="56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"/>
          <p:cNvSpPr txBox="1"/>
          <p:nvPr/>
        </p:nvSpPr>
        <p:spPr>
          <a:xfrm>
            <a:off x="1440000" y="2847600"/>
            <a:ext cx="9288000" cy="8244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5200" b="1" u="none" strike="noStrike">
                <a:solidFill>
                  <a:srgbClr val="FFD166"/>
                </a:solidFill>
                <a:effectLst/>
                <a:uFillTx/>
                <a:latin typeface="Arial"/>
              </a:rPr>
              <a:t>ЗА ИГРУ!</a:t>
            </a:r>
            <a:endParaRPr lang="en-US" sz="5200" b="1" u="none" strike="noStrike">
              <a:solidFill>
                <a:srgbClr val="FFD166"/>
              </a:solidFill>
              <a:effectLst/>
              <a:uFillTx/>
              <a:latin typeface="Arial"/>
            </a:endParaRPr>
          </a:p>
        </p:txBody>
      </p:sp>
      <p:sp>
        <p:nvSpPr>
          <p:cNvPr id="997" name=""/>
          <p:cNvSpPr txBox="1"/>
          <p:nvPr/>
        </p:nvSpPr>
        <p:spPr>
          <a:xfrm>
            <a:off x="2160000" y="4035600"/>
            <a:ext cx="7848000" cy="426600"/>
          </a:xfrm>
          <a:prstGeom prst="rect">
            <a:avLst/>
          </a:prstGeom>
          <a:noFill/>
          <a:ln w="0">
            <a:noFill/>
          </a:ln>
        </p:spPr>
        <p:txBody>
          <a:bodyPr lIns="100800" tIns="43200" rIns="100800" bIns="43200" anchor="b">
            <a:spAutoFit/>
          </a:bodyPr>
          <a:p>
            <a:pPr algn="r"/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До новых встреч в Воронеже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"/>
          <p:cNvSpPr/>
          <p:nvPr/>
        </p:nvSpPr>
        <p:spPr>
          <a:xfrm>
            <a:off x="4032000" y="5004000"/>
            <a:ext cx="4104000" cy="396000"/>
          </a:xfrm>
          <a:prstGeom prst="roundRect">
            <a:avLst/>
          </a:prstGeom>
          <a:solidFill>
            <a:srgbClr val="2878B5">
              <a:alpha val="97000"/>
            </a:srgbClr>
          </a:solidFill>
          <a:ln w="12600">
            <a:solidFill>
              <a:srgbClr val="DDECF8">
                <a:alpha val="45000"/>
              </a:srgbClr>
            </a:solidFill>
            <a:round/>
          </a:ln>
        </p:spPr>
        <p:txBody>
          <a:bodyPr lIns="100800" tIns="43200" rIns="100800" bIns="43200" anchor="b" anchorCtr="1">
            <a:noAutofit/>
          </a:bodyPr>
          <a:p>
            <a:pPr algn="r"/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hlinkClick r:id="rId2" action="ppaction://hlinksldjump"/>
              </a:rPr>
              <a:t>↶ Сыграть ещё раз</a:t>
            </a:r>
            <a:endParaRPr lang="en-US" sz="2000" b="1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2026-09-09T02:26:21Z</dcterms:modified>
  <cp:revision>1</cp:revision>
  <dc:subject/>
  <dc:title/>
</cp:coreProperties>
</file>